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000" autoAdjust="0"/>
    <p:restoredTop sz="94660"/>
  </p:normalViewPr>
  <p:slideViewPr>
    <p:cSldViewPr snapToGrid="0">
      <p:cViewPr varScale="1">
        <p:scale>
          <a:sx n="75" d="100"/>
          <a:sy n="75" d="100"/>
        </p:scale>
        <p:origin x="749" y="38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2A33C45-5061-568F-9E27-1FEFF93D2C5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64E3D882-F2B5-12F9-3C8F-95CD6903A01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071E7697-0D0C-EF1B-29AB-35299A6B39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C98A40-D40F-4A62-8B95-17A1C29915CF}" type="datetimeFigureOut">
              <a:rPr lang="fr-FR" smtClean="0"/>
              <a:t>02/02/2026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2C65ABF4-1E38-0079-25E5-73CA15C325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6206AB93-C48A-AEA3-4415-A31C0A9004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CEF95E-150D-4C91-BF87-28D80F2EF3F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010018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ECC47D0-F77D-BB7B-2E4F-E0EB98DC11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AB370B48-5CD2-01BD-629A-8C2D83B28C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E5082057-7B61-7EC0-64EE-511BE496D8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C98A40-D40F-4A62-8B95-17A1C29915CF}" type="datetimeFigureOut">
              <a:rPr lang="fr-FR" smtClean="0"/>
              <a:t>02/02/2026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AF2AF867-9A8F-7A2F-878D-AA0E366591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727CDFF5-4511-8CA7-0ACD-C87F731000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CEF95E-150D-4C91-BF87-28D80F2EF3F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231123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E78D626-A9DB-F3DA-5835-553D98C28D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C8C04567-88CA-C2FC-55B0-4F9E6DC4880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ACB32590-C293-B00B-560B-D752A83BB7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C98A40-D40F-4A62-8B95-17A1C29915CF}" type="datetimeFigureOut">
              <a:rPr lang="fr-FR" smtClean="0"/>
              <a:t>02/02/2026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4B865DE0-00C3-5D3E-5405-24D88A07FE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FC6B5DAD-4EAE-3861-C2A1-26D5731974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CEF95E-150D-4C91-BF87-28D80F2EF3F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939496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279CAE2-615A-3977-AC82-9BDD0782A8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A785F397-2627-069B-7F06-6D5EA077DC6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B1DE87D1-A446-618A-B5FA-E27004F33C1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BA9424D9-1B1A-5A01-ED95-E9C076E090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C98A40-D40F-4A62-8B95-17A1C29915CF}" type="datetimeFigureOut">
              <a:rPr lang="fr-FR" smtClean="0"/>
              <a:t>02/02/2026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466C287B-F674-66AE-CB56-430F2CBE7A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78F1231D-B91C-7273-2538-5EB6445C22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CEF95E-150D-4C91-BF87-28D80F2EF3F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324818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13D95F4-3C9A-8FF0-5E59-180D166468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DA91A132-A4C3-CBF4-9524-67025769BD8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5D514A50-0169-492B-3C77-305B7B35BBA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17C88157-5C06-70C4-FC3D-537598DCF43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F73651D6-04E6-6FF2-CC43-40E3C13C76B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3B332177-E4D0-9590-5116-7EB9D1C668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C98A40-D40F-4A62-8B95-17A1C29915CF}" type="datetimeFigureOut">
              <a:rPr lang="fr-FR" smtClean="0"/>
              <a:t>02/02/2026</a:t>
            </a:fld>
            <a:endParaRPr lang="fr-FR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6DBFD330-27C8-C558-F400-FC6FB9E441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98856F52-CAA2-7B69-690B-C8027DAC2E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CEF95E-150D-4C91-BF87-28D80F2EF3F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1089201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19F5E81-0D81-39CA-F625-4730F911A5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FEA79BB4-6428-72B7-5894-2F0FADA716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C98A40-D40F-4A62-8B95-17A1C29915CF}" type="datetimeFigureOut">
              <a:rPr lang="fr-FR" smtClean="0"/>
              <a:t>02/02/2026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0EDD6252-F734-C234-6CCD-E34D9798A6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0444104A-E154-77CF-D390-3CFD3E6BCE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CEF95E-150D-4C91-BF87-28D80F2EF3F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2624058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30D33BA6-8B79-DE81-44EF-BE23AD467A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C98A40-D40F-4A62-8B95-17A1C29915CF}" type="datetimeFigureOut">
              <a:rPr lang="fr-FR" smtClean="0"/>
              <a:t>02/02/2026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1C404A76-245F-AA35-57E9-25BE32A2B2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AC1688A7-7220-5044-639D-79ABF45E24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CEF95E-150D-4C91-BF87-28D80F2EF3F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35548189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5930F7D-66CB-AB84-CA7B-2BE6FAB2CF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472660F5-6D7A-D549-2ADC-C40DD4726C0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38E5436B-5E6B-AD87-F720-2EC13EBB713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68520096-B4D3-AB87-04C8-6484FDE8CA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C98A40-D40F-4A62-8B95-17A1C29915CF}" type="datetimeFigureOut">
              <a:rPr lang="fr-FR" smtClean="0"/>
              <a:t>02/02/2026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6CC3C468-5B31-E486-9E13-29D21DDDC8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3370460F-9685-B4E7-7A82-C716495425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CEF95E-150D-4C91-BF87-28D80F2EF3F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305446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C5AD5D7-1F3B-7AEB-20CD-1A255ED214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53916A76-C8E9-BCD0-64B8-DB8DAE096CE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E6FA830E-E149-EC00-768A-F102D968E8E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74497923-BEA2-0ED3-FDD0-1ECD8B0E09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C98A40-D40F-4A62-8B95-17A1C29915CF}" type="datetimeFigureOut">
              <a:rPr lang="fr-FR" smtClean="0"/>
              <a:t>02/02/2026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9A37A29D-55A4-BF30-6552-C30F39BE14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2DD24FB0-3C8E-F288-21CE-3DC8DDA2B4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CEF95E-150D-4C91-BF87-28D80F2EF3F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9065109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B40ADEF-2797-4E20-B53D-60D22D9F37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3B915E71-41D7-7A36-C4A2-2C0C212E50C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ED119DAC-2A7E-6A03-395D-9075BA6473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C98A40-D40F-4A62-8B95-17A1C29915CF}" type="datetimeFigureOut">
              <a:rPr lang="fr-FR" smtClean="0"/>
              <a:t>02/02/2026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D49A1F5F-2978-C26F-2144-151C1EA127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845C8B52-0908-FFAA-A9CC-588C92DF17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CEF95E-150D-4C91-BF87-28D80F2EF3F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090291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4741AA7D-A83D-1A61-54CF-F2044BCFB76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737E1A9D-4AC5-7467-C2A7-1C19B1E17F6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E4E10E11-6F24-2034-4CD4-05F8E0E3C7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C98A40-D40F-4A62-8B95-17A1C29915CF}" type="datetimeFigureOut">
              <a:rPr lang="fr-FR" smtClean="0"/>
              <a:t>02/02/2026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67AD287F-9568-8A7B-9E9F-27CFD4AD70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D58F5F2F-13C1-08C3-329D-1C5EC800E5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CEF95E-150D-4C91-BF87-28D80F2EF3F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000909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2A3F85A1-4BCA-A6DE-A9AB-EB93DBD068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02056D48-97A9-F250-7A91-E1DF6321A9A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34682EDF-A10B-E0FE-0752-BA4EC4F29C8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3C98A40-D40F-4A62-8B95-17A1C29915CF}" type="datetimeFigureOut">
              <a:rPr lang="fr-FR" smtClean="0"/>
              <a:t>02/02/2026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538AC7FF-4019-D4F2-CCD8-F18C806E051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14F205DF-6B2E-607E-EC92-9DA68657834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3CEF95E-150D-4C91-BF87-28D80F2EF3F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1938269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Connecteur : en angle 6">
            <a:extLst>
              <a:ext uri="{FF2B5EF4-FFF2-40B4-BE49-F238E27FC236}">
                <a16:creationId xmlns:a16="http://schemas.microsoft.com/office/drawing/2014/main" id="{83C5F6BF-4841-C621-86A2-BF43C1479811}"/>
              </a:ext>
            </a:extLst>
          </p:cNvPr>
          <p:cNvCxnSpPr>
            <a:cxnSpLocks/>
          </p:cNvCxnSpPr>
          <p:nvPr/>
        </p:nvCxnSpPr>
        <p:spPr>
          <a:xfrm rot="16200000" flipH="1">
            <a:off x="5129784" y="4700016"/>
            <a:ext cx="2368296" cy="118872"/>
          </a:xfrm>
          <a:prstGeom prst="bentConnector3">
            <a:avLst>
              <a:gd name="adj1" fmla="val 50000"/>
            </a:avLst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ZoneTexte 11">
            <a:extLst>
              <a:ext uri="{FF2B5EF4-FFF2-40B4-BE49-F238E27FC236}">
                <a16:creationId xmlns:a16="http://schemas.microsoft.com/office/drawing/2014/main" id="{888EFC4F-8F5A-7C72-7608-6361E60097BD}"/>
              </a:ext>
            </a:extLst>
          </p:cNvPr>
          <p:cNvSpPr txBox="1"/>
          <p:nvPr/>
        </p:nvSpPr>
        <p:spPr>
          <a:xfrm>
            <a:off x="6313932" y="5148072"/>
            <a:ext cx="120243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b="1" dirty="0">
                <a:solidFill>
                  <a:srgbClr val="FF0000"/>
                </a:solidFill>
              </a:rPr>
              <a:t>/currentDTEntity</a:t>
            </a:r>
            <a:r>
              <a:rPr lang="fr-FR" sz="1000" dirty="0"/>
              <a:t> </a:t>
            </a:r>
          </a:p>
        </p:txBody>
      </p:sp>
      <p:grpSp>
        <p:nvGrpSpPr>
          <p:cNvPr id="18" name="Groupe 17">
            <a:extLst>
              <a:ext uri="{FF2B5EF4-FFF2-40B4-BE49-F238E27FC236}">
                <a16:creationId xmlns:a16="http://schemas.microsoft.com/office/drawing/2014/main" id="{8CD1A71A-0B9A-35DB-B435-4E5328596B55}"/>
              </a:ext>
            </a:extLst>
          </p:cNvPr>
          <p:cNvGrpSpPr/>
          <p:nvPr/>
        </p:nvGrpSpPr>
        <p:grpSpPr>
          <a:xfrm>
            <a:off x="1892744" y="0"/>
            <a:ext cx="8406511" cy="6858000"/>
            <a:chOff x="1892744" y="0"/>
            <a:chExt cx="8406511" cy="6858000"/>
          </a:xfrm>
        </p:grpSpPr>
        <p:pic>
          <p:nvPicPr>
            <p:cNvPr id="5" name="Image 4" descr="Une image contenant texte, capture d’écran, diagramme, horloge&#10;&#10;Le contenu généré par l’IA peut être incorrect.">
              <a:extLst>
                <a:ext uri="{FF2B5EF4-FFF2-40B4-BE49-F238E27FC236}">
                  <a16:creationId xmlns:a16="http://schemas.microsoft.com/office/drawing/2014/main" id="{01774A60-69E9-FE91-2562-8D80DA435B2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892744" y="0"/>
              <a:ext cx="8406511" cy="6858000"/>
            </a:xfrm>
            <a:prstGeom prst="rect">
              <a:avLst/>
            </a:prstGeom>
          </p:spPr>
        </p:pic>
        <p:cxnSp>
          <p:nvCxnSpPr>
            <p:cNvPr id="13" name="Connecteur : en angle 12">
              <a:extLst>
                <a:ext uri="{FF2B5EF4-FFF2-40B4-BE49-F238E27FC236}">
                  <a16:creationId xmlns:a16="http://schemas.microsoft.com/office/drawing/2014/main" id="{3AB00AE4-06C2-0127-C8C9-DDDEAEAEA041}"/>
                </a:ext>
              </a:extLst>
            </p:cNvPr>
            <p:cNvCxnSpPr>
              <a:cxnSpLocks/>
            </p:cNvCxnSpPr>
            <p:nvPr/>
          </p:nvCxnSpPr>
          <p:spPr>
            <a:xfrm rot="10800000">
              <a:off x="2331720" y="2130552"/>
              <a:ext cx="2805684" cy="914400"/>
            </a:xfrm>
            <a:prstGeom prst="bentConnector3">
              <a:avLst>
                <a:gd name="adj1" fmla="val 100516"/>
              </a:avLst>
            </a:prstGeom>
            <a:ln>
              <a:solidFill>
                <a:srgbClr val="FF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7" name="ZoneTexte 16">
              <a:extLst>
                <a:ext uri="{FF2B5EF4-FFF2-40B4-BE49-F238E27FC236}">
                  <a16:creationId xmlns:a16="http://schemas.microsoft.com/office/drawing/2014/main" id="{E6D07B7E-9D63-7EE2-04D0-3ADC464661B7}"/>
                </a:ext>
              </a:extLst>
            </p:cNvPr>
            <p:cNvSpPr txBox="1"/>
            <p:nvPr/>
          </p:nvSpPr>
          <p:spPr>
            <a:xfrm>
              <a:off x="6694932" y="2478357"/>
              <a:ext cx="1106424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sz="1000" b="1" dirty="0">
                  <a:solidFill>
                    <a:srgbClr val="FF0000"/>
                  </a:solidFill>
                </a:rPr>
                <a:t>/currentHMI</a:t>
              </a:r>
              <a:r>
                <a:rPr lang="fr-FR" sz="1000" dirty="0"/>
                <a:t> </a:t>
              </a:r>
            </a:p>
          </p:txBody>
        </p:sp>
      </p:grpSp>
      <p:cxnSp>
        <p:nvCxnSpPr>
          <p:cNvPr id="19" name="Connecteur : en angle 18">
            <a:extLst>
              <a:ext uri="{FF2B5EF4-FFF2-40B4-BE49-F238E27FC236}">
                <a16:creationId xmlns:a16="http://schemas.microsoft.com/office/drawing/2014/main" id="{DB9CE88B-2798-1A3C-868E-6E519AB0CF25}"/>
              </a:ext>
            </a:extLst>
          </p:cNvPr>
          <p:cNvCxnSpPr>
            <a:cxnSpLocks/>
          </p:cNvCxnSpPr>
          <p:nvPr/>
        </p:nvCxnSpPr>
        <p:spPr>
          <a:xfrm>
            <a:off x="6373368" y="3323844"/>
            <a:ext cx="3239953" cy="360521"/>
          </a:xfrm>
          <a:prstGeom prst="bentConnector3">
            <a:avLst>
              <a:gd name="adj1" fmla="val 92334"/>
            </a:avLst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ZoneTexte 19">
            <a:extLst>
              <a:ext uri="{FF2B5EF4-FFF2-40B4-BE49-F238E27FC236}">
                <a16:creationId xmlns:a16="http://schemas.microsoft.com/office/drawing/2014/main" id="{37DE3609-1630-CDFB-3A0A-1C0E4A9FF929}"/>
              </a:ext>
            </a:extLst>
          </p:cNvPr>
          <p:cNvSpPr txBox="1"/>
          <p:nvPr/>
        </p:nvSpPr>
        <p:spPr>
          <a:xfrm>
            <a:off x="7415022" y="3102206"/>
            <a:ext cx="110642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b="1" dirty="0">
                <a:solidFill>
                  <a:srgbClr val="FF0000"/>
                </a:solidFill>
              </a:rPr>
              <a:t>/currentDBMS</a:t>
            </a:r>
            <a:r>
              <a:rPr lang="fr-FR" sz="1000" dirty="0"/>
              <a:t> </a:t>
            </a:r>
          </a:p>
        </p:txBody>
      </p:sp>
      <p:cxnSp>
        <p:nvCxnSpPr>
          <p:cNvPr id="24" name="Connecteur : en angle 23">
            <a:extLst>
              <a:ext uri="{FF2B5EF4-FFF2-40B4-BE49-F238E27FC236}">
                <a16:creationId xmlns:a16="http://schemas.microsoft.com/office/drawing/2014/main" id="{4CF50FEF-4486-DA85-7520-AA0F64D23353}"/>
              </a:ext>
            </a:extLst>
          </p:cNvPr>
          <p:cNvCxnSpPr>
            <a:cxnSpLocks/>
          </p:cNvCxnSpPr>
          <p:nvPr/>
        </p:nvCxnSpPr>
        <p:spPr>
          <a:xfrm flipV="1">
            <a:off x="6373368" y="2170175"/>
            <a:ext cx="994410" cy="874778"/>
          </a:xfrm>
          <a:prstGeom prst="bentConnector3">
            <a:avLst>
              <a:gd name="adj1" fmla="val 34368"/>
            </a:avLst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ZoneTexte 24">
            <a:extLst>
              <a:ext uri="{FF2B5EF4-FFF2-40B4-BE49-F238E27FC236}">
                <a16:creationId xmlns:a16="http://schemas.microsoft.com/office/drawing/2014/main" id="{BCCC0470-78D5-0DE7-103E-7A327729A1FB}"/>
              </a:ext>
            </a:extLst>
          </p:cNvPr>
          <p:cNvSpPr txBox="1"/>
          <p:nvPr/>
        </p:nvSpPr>
        <p:spPr>
          <a:xfrm>
            <a:off x="2553081" y="2752678"/>
            <a:ext cx="236296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b="1" dirty="0">
                <a:solidFill>
                  <a:srgbClr val="FF0000"/>
                </a:solidFill>
              </a:rPr>
              <a:t>/currentDeviceCommunicationLayer</a:t>
            </a:r>
            <a:r>
              <a:rPr lang="fr-FR" sz="1000" dirty="0"/>
              <a:t> </a:t>
            </a:r>
          </a:p>
        </p:txBody>
      </p:sp>
      <p:cxnSp>
        <p:nvCxnSpPr>
          <p:cNvPr id="32" name="Connecteur : en angle 31">
            <a:extLst>
              <a:ext uri="{FF2B5EF4-FFF2-40B4-BE49-F238E27FC236}">
                <a16:creationId xmlns:a16="http://schemas.microsoft.com/office/drawing/2014/main" id="{CF938C6F-1134-2572-A97E-E77E72D334F5}"/>
              </a:ext>
            </a:extLst>
          </p:cNvPr>
          <p:cNvCxnSpPr>
            <a:cxnSpLocks/>
          </p:cNvCxnSpPr>
          <p:nvPr/>
        </p:nvCxnSpPr>
        <p:spPr>
          <a:xfrm rot="16200000" flipH="1">
            <a:off x="5068824" y="4602479"/>
            <a:ext cx="2368299" cy="313946"/>
          </a:xfrm>
          <a:prstGeom prst="bentConnector3">
            <a:avLst>
              <a:gd name="adj1" fmla="val 50000"/>
            </a:avLst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ZoneTexte 32">
            <a:extLst>
              <a:ext uri="{FF2B5EF4-FFF2-40B4-BE49-F238E27FC236}">
                <a16:creationId xmlns:a16="http://schemas.microsoft.com/office/drawing/2014/main" id="{B574771B-BD5E-326E-F8BD-EE5DDB74A600}"/>
              </a:ext>
            </a:extLst>
          </p:cNvPr>
          <p:cNvSpPr txBox="1"/>
          <p:nvPr/>
        </p:nvSpPr>
        <p:spPr>
          <a:xfrm>
            <a:off x="6355048" y="5198697"/>
            <a:ext cx="144630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b="1" dirty="0">
                <a:solidFill>
                  <a:srgbClr val="FF0000"/>
                </a:solidFill>
              </a:rPr>
              <a:t>/currentDTEntityNEW</a:t>
            </a:r>
            <a:r>
              <a:rPr lang="fr-FR" sz="1000" dirty="0"/>
              <a:t> </a:t>
            </a:r>
          </a:p>
        </p:txBody>
      </p:sp>
      <p:cxnSp>
        <p:nvCxnSpPr>
          <p:cNvPr id="52" name="Connecteur : en angle 51">
            <a:extLst>
              <a:ext uri="{FF2B5EF4-FFF2-40B4-BE49-F238E27FC236}">
                <a16:creationId xmlns:a16="http://schemas.microsoft.com/office/drawing/2014/main" id="{0FE9806C-4209-C5CD-C8FC-479FDA9FC5EE}"/>
              </a:ext>
            </a:extLst>
          </p:cNvPr>
          <p:cNvCxnSpPr>
            <a:cxnSpLocks/>
          </p:cNvCxnSpPr>
          <p:nvPr/>
        </p:nvCxnSpPr>
        <p:spPr>
          <a:xfrm rot="10800000" flipV="1">
            <a:off x="3941068" y="3621024"/>
            <a:ext cx="1434652" cy="633981"/>
          </a:xfrm>
          <a:prstGeom prst="bentConnector3">
            <a:avLst>
              <a:gd name="adj1" fmla="val 285"/>
            </a:avLst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ZoneTexte 54">
            <a:extLst>
              <a:ext uri="{FF2B5EF4-FFF2-40B4-BE49-F238E27FC236}">
                <a16:creationId xmlns:a16="http://schemas.microsoft.com/office/drawing/2014/main" id="{A1F80D1A-9878-D68C-F296-89DCF308F63D}"/>
              </a:ext>
            </a:extLst>
          </p:cNvPr>
          <p:cNvSpPr txBox="1"/>
          <p:nvPr/>
        </p:nvSpPr>
        <p:spPr>
          <a:xfrm>
            <a:off x="4151376" y="3977119"/>
            <a:ext cx="124358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b="1" dirty="0">
                <a:solidFill>
                  <a:srgbClr val="FF0000"/>
                </a:solidFill>
              </a:rPr>
              <a:t>/currentUserRole</a:t>
            </a:r>
            <a:r>
              <a:rPr lang="fr-FR" sz="1000" dirty="0"/>
              <a:t> </a:t>
            </a:r>
          </a:p>
        </p:txBody>
      </p:sp>
      <p:cxnSp>
        <p:nvCxnSpPr>
          <p:cNvPr id="64" name="Connecteur : en angle 63">
            <a:extLst>
              <a:ext uri="{FF2B5EF4-FFF2-40B4-BE49-F238E27FC236}">
                <a16:creationId xmlns:a16="http://schemas.microsoft.com/office/drawing/2014/main" id="{21CB6A51-9518-EA2E-5AF5-AE0440603706}"/>
              </a:ext>
            </a:extLst>
          </p:cNvPr>
          <p:cNvCxnSpPr>
            <a:cxnSpLocks/>
          </p:cNvCxnSpPr>
          <p:nvPr/>
        </p:nvCxnSpPr>
        <p:spPr>
          <a:xfrm rot="16200000" flipH="1">
            <a:off x="6117493" y="3686467"/>
            <a:ext cx="2075694" cy="1853362"/>
          </a:xfrm>
          <a:prstGeom prst="bentConnector3">
            <a:avLst>
              <a:gd name="adj1" fmla="val 50000"/>
            </a:avLst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0" name="ZoneTexte 69">
            <a:extLst>
              <a:ext uri="{FF2B5EF4-FFF2-40B4-BE49-F238E27FC236}">
                <a16:creationId xmlns:a16="http://schemas.microsoft.com/office/drawing/2014/main" id="{91E02334-4D2C-4746-4D87-EA912DA86A72}"/>
              </a:ext>
            </a:extLst>
          </p:cNvPr>
          <p:cNvSpPr txBox="1"/>
          <p:nvPr/>
        </p:nvSpPr>
        <p:spPr>
          <a:xfrm>
            <a:off x="6179058" y="4385549"/>
            <a:ext cx="124358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b="1" dirty="0">
                <a:solidFill>
                  <a:srgbClr val="FF0000"/>
                </a:solidFill>
              </a:rPr>
              <a:t>/currentFE1</a:t>
            </a:r>
            <a:r>
              <a:rPr lang="fr-FR" sz="1000" dirty="0"/>
              <a:t> </a:t>
            </a:r>
          </a:p>
        </p:txBody>
      </p:sp>
      <p:cxnSp>
        <p:nvCxnSpPr>
          <p:cNvPr id="123" name="Connecteur droit avec flèche 122">
            <a:extLst>
              <a:ext uri="{FF2B5EF4-FFF2-40B4-BE49-F238E27FC236}">
                <a16:creationId xmlns:a16="http://schemas.microsoft.com/office/drawing/2014/main" id="{6F9AE161-AFC9-A64C-3859-E9F3882DF00A}"/>
              </a:ext>
            </a:extLst>
          </p:cNvPr>
          <p:cNvCxnSpPr/>
          <p:nvPr/>
        </p:nvCxnSpPr>
        <p:spPr>
          <a:xfrm>
            <a:off x="6313932" y="3504104"/>
            <a:ext cx="3845052" cy="2238328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4" name="ZoneTexte 123">
            <a:extLst>
              <a:ext uri="{FF2B5EF4-FFF2-40B4-BE49-F238E27FC236}">
                <a16:creationId xmlns:a16="http://schemas.microsoft.com/office/drawing/2014/main" id="{B5567685-480D-8A09-5B94-93F1DD04FBD9}"/>
              </a:ext>
            </a:extLst>
          </p:cNvPr>
          <p:cNvSpPr txBox="1"/>
          <p:nvPr/>
        </p:nvSpPr>
        <p:spPr>
          <a:xfrm>
            <a:off x="8379746" y="4513230"/>
            <a:ext cx="124358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b="1" dirty="0">
                <a:solidFill>
                  <a:srgbClr val="FF0000"/>
                </a:solidFill>
              </a:rPr>
              <a:t>/currentFE2</a:t>
            </a:r>
            <a:r>
              <a:rPr lang="fr-FR" sz="1000" dirty="0"/>
              <a:t> </a:t>
            </a:r>
          </a:p>
        </p:txBody>
      </p:sp>
      <p:cxnSp>
        <p:nvCxnSpPr>
          <p:cNvPr id="125" name="Connecteur : en angle 124">
            <a:extLst>
              <a:ext uri="{FF2B5EF4-FFF2-40B4-BE49-F238E27FC236}">
                <a16:creationId xmlns:a16="http://schemas.microsoft.com/office/drawing/2014/main" id="{B02DD247-CD51-B03F-D080-9D45A29A9E30}"/>
              </a:ext>
            </a:extLst>
          </p:cNvPr>
          <p:cNvCxnSpPr>
            <a:cxnSpLocks/>
          </p:cNvCxnSpPr>
          <p:nvPr/>
        </p:nvCxnSpPr>
        <p:spPr>
          <a:xfrm rot="5400000">
            <a:off x="4431069" y="4060278"/>
            <a:ext cx="1623398" cy="653445"/>
          </a:xfrm>
          <a:prstGeom prst="bentConnector3">
            <a:avLst>
              <a:gd name="adj1" fmla="val 56196"/>
            </a:avLst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8" name="ZoneTexte 127">
            <a:extLst>
              <a:ext uri="{FF2B5EF4-FFF2-40B4-BE49-F238E27FC236}">
                <a16:creationId xmlns:a16="http://schemas.microsoft.com/office/drawing/2014/main" id="{80A413BB-BF98-46BF-9DDA-93F14CB82C31}"/>
              </a:ext>
            </a:extLst>
          </p:cNvPr>
          <p:cNvSpPr txBox="1"/>
          <p:nvPr/>
        </p:nvSpPr>
        <p:spPr>
          <a:xfrm>
            <a:off x="3554318" y="4753688"/>
            <a:ext cx="144630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/</a:t>
            </a:r>
            <a:r>
              <a:rPr lang="fr-FR" sz="1000" b="1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currentDTEntityOLD</a:t>
            </a:r>
            <a:r>
              <a:rPr lang="fr-FR" sz="1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</a:p>
        </p:txBody>
      </p:sp>
      <p:sp>
        <p:nvSpPr>
          <p:cNvPr id="131" name="ZoneTexte 130">
            <a:extLst>
              <a:ext uri="{FF2B5EF4-FFF2-40B4-BE49-F238E27FC236}">
                <a16:creationId xmlns:a16="http://schemas.microsoft.com/office/drawing/2014/main" id="{D8A4351B-6C5C-EBC6-DA20-8D496A11B89D}"/>
              </a:ext>
            </a:extLst>
          </p:cNvPr>
          <p:cNvSpPr txBox="1"/>
          <p:nvPr/>
        </p:nvSpPr>
        <p:spPr>
          <a:xfrm>
            <a:off x="4763265" y="4806173"/>
            <a:ext cx="3200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>
                <a:solidFill>
                  <a:srgbClr val="FF0000"/>
                </a:solidFill>
              </a:rPr>
              <a:t>X</a:t>
            </a:r>
          </a:p>
        </p:txBody>
      </p:sp>
      <p:sp>
        <p:nvSpPr>
          <p:cNvPr id="132" name="ZoneTexte 131">
            <a:extLst>
              <a:ext uri="{FF2B5EF4-FFF2-40B4-BE49-F238E27FC236}">
                <a16:creationId xmlns:a16="http://schemas.microsoft.com/office/drawing/2014/main" id="{1A9C2BF3-C81C-FA61-367C-113820BFBBF5}"/>
              </a:ext>
            </a:extLst>
          </p:cNvPr>
          <p:cNvSpPr txBox="1"/>
          <p:nvPr/>
        </p:nvSpPr>
        <p:spPr>
          <a:xfrm>
            <a:off x="4773168" y="4474012"/>
            <a:ext cx="3200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>
                <a:solidFill>
                  <a:srgbClr val="FF0000"/>
                </a:solidFill>
              </a:rPr>
              <a:t>X</a:t>
            </a:r>
          </a:p>
        </p:txBody>
      </p:sp>
      <p:sp>
        <p:nvSpPr>
          <p:cNvPr id="133" name="ZoneTexte 132">
            <a:extLst>
              <a:ext uri="{FF2B5EF4-FFF2-40B4-BE49-F238E27FC236}">
                <a16:creationId xmlns:a16="http://schemas.microsoft.com/office/drawing/2014/main" id="{C1A27F1C-E091-0327-B573-045F3F4B396E}"/>
              </a:ext>
            </a:extLst>
          </p:cNvPr>
          <p:cNvSpPr txBox="1"/>
          <p:nvPr/>
        </p:nvSpPr>
        <p:spPr>
          <a:xfrm>
            <a:off x="5117903" y="4296490"/>
            <a:ext cx="3200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>
                <a:solidFill>
                  <a:srgbClr val="FF0000"/>
                </a:solidFill>
              </a:rPr>
              <a:t>X</a:t>
            </a:r>
          </a:p>
        </p:txBody>
      </p:sp>
      <p:sp>
        <p:nvSpPr>
          <p:cNvPr id="134" name="ZoneTexte 133">
            <a:extLst>
              <a:ext uri="{FF2B5EF4-FFF2-40B4-BE49-F238E27FC236}">
                <a16:creationId xmlns:a16="http://schemas.microsoft.com/office/drawing/2014/main" id="{39688760-980E-8F54-7D60-A4D32229E757}"/>
              </a:ext>
            </a:extLst>
          </p:cNvPr>
          <p:cNvSpPr txBox="1"/>
          <p:nvPr/>
        </p:nvSpPr>
        <p:spPr>
          <a:xfrm>
            <a:off x="5417558" y="4125564"/>
            <a:ext cx="3200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>
                <a:solidFill>
                  <a:srgbClr val="FF0000"/>
                </a:solidFill>
              </a:rPr>
              <a:t>X</a:t>
            </a:r>
          </a:p>
        </p:txBody>
      </p:sp>
      <p:sp>
        <p:nvSpPr>
          <p:cNvPr id="135" name="ZoneTexte 134">
            <a:extLst>
              <a:ext uri="{FF2B5EF4-FFF2-40B4-BE49-F238E27FC236}">
                <a16:creationId xmlns:a16="http://schemas.microsoft.com/office/drawing/2014/main" id="{909A7D20-A03B-AA20-0FAC-A878C925E5F5}"/>
              </a:ext>
            </a:extLst>
          </p:cNvPr>
          <p:cNvSpPr txBox="1"/>
          <p:nvPr/>
        </p:nvSpPr>
        <p:spPr>
          <a:xfrm>
            <a:off x="5414082" y="3719657"/>
            <a:ext cx="3200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>
                <a:solidFill>
                  <a:srgbClr val="FF0000"/>
                </a:solidFill>
              </a:rPr>
              <a:t>X</a:t>
            </a:r>
          </a:p>
        </p:txBody>
      </p:sp>
    </p:spTree>
    <p:extLst>
      <p:ext uri="{BB962C8B-B14F-4D97-AF65-F5344CB8AC3E}">
        <p14:creationId xmlns:p14="http://schemas.microsoft.com/office/powerpoint/2010/main" val="338271711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4C0E1A-2528-46D0-D1E3-0C1DD6DC4F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 descr="Une image contenant texte, diagramme, capture d’écran, Police&#10;&#10;Le contenu généré par l’IA peut être incorrect.">
            <a:extLst>
              <a:ext uri="{FF2B5EF4-FFF2-40B4-BE49-F238E27FC236}">
                <a16:creationId xmlns:a16="http://schemas.microsoft.com/office/drawing/2014/main" id="{A4E2F78D-C87D-8BBD-1008-F3AC7C681DB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74324" y="0"/>
            <a:ext cx="6043351" cy="6858000"/>
          </a:xfrm>
          <a:prstGeom prst="rect">
            <a:avLst/>
          </a:prstGeom>
        </p:spPr>
      </p:pic>
      <p:cxnSp>
        <p:nvCxnSpPr>
          <p:cNvPr id="9" name="Connecteur : en angle 8">
            <a:extLst>
              <a:ext uri="{FF2B5EF4-FFF2-40B4-BE49-F238E27FC236}">
                <a16:creationId xmlns:a16="http://schemas.microsoft.com/office/drawing/2014/main" id="{FDC69D1F-BD90-7481-F02A-17A9003AAF89}"/>
              </a:ext>
            </a:extLst>
          </p:cNvPr>
          <p:cNvCxnSpPr>
            <a:cxnSpLocks/>
          </p:cNvCxnSpPr>
          <p:nvPr/>
        </p:nvCxnSpPr>
        <p:spPr>
          <a:xfrm rot="16200000" flipH="1">
            <a:off x="5994398" y="3662438"/>
            <a:ext cx="3168955" cy="1814287"/>
          </a:xfrm>
          <a:prstGeom prst="bentConnector3">
            <a:avLst>
              <a:gd name="adj1" fmla="val -1145"/>
            </a:avLst>
          </a:prstGeom>
          <a:ln>
            <a:solidFill>
              <a:srgbClr val="C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ZoneTexte 25">
            <a:extLst>
              <a:ext uri="{FF2B5EF4-FFF2-40B4-BE49-F238E27FC236}">
                <a16:creationId xmlns:a16="http://schemas.microsoft.com/office/drawing/2014/main" id="{DD1CF0E5-369D-3DA5-7DB8-ACEF22CFC710}"/>
              </a:ext>
            </a:extLst>
          </p:cNvPr>
          <p:cNvSpPr txBox="1"/>
          <p:nvPr/>
        </p:nvSpPr>
        <p:spPr>
          <a:xfrm>
            <a:off x="8486019" y="4132985"/>
            <a:ext cx="157821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b="1" dirty="0">
                <a:solidFill>
                  <a:srgbClr val="FF0000"/>
                </a:solidFill>
              </a:rPr>
              <a:t>/currentPDPOptimizer </a:t>
            </a:r>
            <a:r>
              <a:rPr lang="fr-FR" sz="1000" i="1" dirty="0">
                <a:solidFill>
                  <a:srgbClr val="FF0000"/>
                </a:solidFill>
              </a:rPr>
              <a:t>(NEW)</a:t>
            </a:r>
            <a:endParaRPr lang="fr-FR" sz="1000" i="1" dirty="0"/>
          </a:p>
        </p:txBody>
      </p:sp>
      <p:cxnSp>
        <p:nvCxnSpPr>
          <p:cNvPr id="27" name="Connecteur : en angle 26">
            <a:extLst>
              <a:ext uri="{FF2B5EF4-FFF2-40B4-BE49-F238E27FC236}">
                <a16:creationId xmlns:a16="http://schemas.microsoft.com/office/drawing/2014/main" id="{2552A511-D22B-B7FB-CCC8-C26BC715D153}"/>
              </a:ext>
            </a:extLst>
          </p:cNvPr>
          <p:cNvCxnSpPr>
            <a:cxnSpLocks/>
          </p:cNvCxnSpPr>
          <p:nvPr/>
        </p:nvCxnSpPr>
        <p:spPr>
          <a:xfrm rot="5400000">
            <a:off x="3466493" y="3524556"/>
            <a:ext cx="3168958" cy="2090052"/>
          </a:xfrm>
          <a:prstGeom prst="bentConnector3">
            <a:avLst>
              <a:gd name="adj1" fmla="val 840"/>
            </a:avLst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ZoneTexte 30">
            <a:extLst>
              <a:ext uri="{FF2B5EF4-FFF2-40B4-BE49-F238E27FC236}">
                <a16:creationId xmlns:a16="http://schemas.microsoft.com/office/drawing/2014/main" id="{18C497EC-7632-4F7C-4E0B-681B0BD80B5E}"/>
              </a:ext>
            </a:extLst>
          </p:cNvPr>
          <p:cNvSpPr txBox="1"/>
          <p:nvPr/>
        </p:nvSpPr>
        <p:spPr>
          <a:xfrm>
            <a:off x="2494039" y="3317766"/>
            <a:ext cx="157821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b="1" dirty="0"/>
              <a:t>/currentPDPOptimizer </a:t>
            </a:r>
            <a:r>
              <a:rPr lang="fr-FR" sz="1000" i="1" dirty="0"/>
              <a:t>(OLD)</a:t>
            </a:r>
          </a:p>
        </p:txBody>
      </p:sp>
      <p:sp>
        <p:nvSpPr>
          <p:cNvPr id="35" name="ZoneTexte 34">
            <a:extLst>
              <a:ext uri="{FF2B5EF4-FFF2-40B4-BE49-F238E27FC236}">
                <a16:creationId xmlns:a16="http://schemas.microsoft.com/office/drawing/2014/main" id="{92340641-F2F7-047A-781A-4F1EAEE2DBB6}"/>
              </a:ext>
            </a:extLst>
          </p:cNvPr>
          <p:cNvSpPr txBox="1"/>
          <p:nvPr/>
        </p:nvSpPr>
        <p:spPr>
          <a:xfrm>
            <a:off x="3845926" y="5396421"/>
            <a:ext cx="3200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>
                <a:solidFill>
                  <a:srgbClr val="FF0000"/>
                </a:solidFill>
              </a:rPr>
              <a:t>X</a:t>
            </a:r>
          </a:p>
        </p:txBody>
      </p:sp>
      <p:sp>
        <p:nvSpPr>
          <p:cNvPr id="36" name="ZoneTexte 35">
            <a:extLst>
              <a:ext uri="{FF2B5EF4-FFF2-40B4-BE49-F238E27FC236}">
                <a16:creationId xmlns:a16="http://schemas.microsoft.com/office/drawing/2014/main" id="{FC4586DB-7E79-1C3E-EAFB-41B96BE27591}"/>
              </a:ext>
            </a:extLst>
          </p:cNvPr>
          <p:cNvSpPr txBox="1"/>
          <p:nvPr/>
        </p:nvSpPr>
        <p:spPr>
          <a:xfrm>
            <a:off x="3850765" y="4823447"/>
            <a:ext cx="3200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>
                <a:solidFill>
                  <a:srgbClr val="FF0000"/>
                </a:solidFill>
              </a:rPr>
              <a:t>X</a:t>
            </a:r>
          </a:p>
        </p:txBody>
      </p:sp>
      <p:sp>
        <p:nvSpPr>
          <p:cNvPr id="37" name="ZoneTexte 36">
            <a:extLst>
              <a:ext uri="{FF2B5EF4-FFF2-40B4-BE49-F238E27FC236}">
                <a16:creationId xmlns:a16="http://schemas.microsoft.com/office/drawing/2014/main" id="{4D465040-751E-0D67-63CF-858EB64AF536}"/>
              </a:ext>
            </a:extLst>
          </p:cNvPr>
          <p:cNvSpPr txBox="1"/>
          <p:nvPr/>
        </p:nvSpPr>
        <p:spPr>
          <a:xfrm>
            <a:off x="3845926" y="4250473"/>
            <a:ext cx="3200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>
                <a:solidFill>
                  <a:srgbClr val="FF0000"/>
                </a:solidFill>
              </a:rPr>
              <a:t>X</a:t>
            </a:r>
          </a:p>
        </p:txBody>
      </p:sp>
      <p:sp>
        <p:nvSpPr>
          <p:cNvPr id="38" name="ZoneTexte 37">
            <a:extLst>
              <a:ext uri="{FF2B5EF4-FFF2-40B4-BE49-F238E27FC236}">
                <a16:creationId xmlns:a16="http://schemas.microsoft.com/office/drawing/2014/main" id="{79E05CC8-39D4-D81C-2181-A401BD1D9D28}"/>
              </a:ext>
            </a:extLst>
          </p:cNvPr>
          <p:cNvSpPr txBox="1"/>
          <p:nvPr/>
        </p:nvSpPr>
        <p:spPr>
          <a:xfrm>
            <a:off x="3845926" y="3659021"/>
            <a:ext cx="3200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>
                <a:solidFill>
                  <a:srgbClr val="FF0000"/>
                </a:solidFill>
              </a:rPr>
              <a:t>X</a:t>
            </a:r>
          </a:p>
        </p:txBody>
      </p:sp>
      <p:sp>
        <p:nvSpPr>
          <p:cNvPr id="42" name="ZoneTexte 41">
            <a:extLst>
              <a:ext uri="{FF2B5EF4-FFF2-40B4-BE49-F238E27FC236}">
                <a16:creationId xmlns:a16="http://schemas.microsoft.com/office/drawing/2014/main" id="{BE210664-9576-AD95-2F33-82BBAADF075A}"/>
              </a:ext>
            </a:extLst>
          </p:cNvPr>
          <p:cNvSpPr txBox="1"/>
          <p:nvPr/>
        </p:nvSpPr>
        <p:spPr>
          <a:xfrm>
            <a:off x="3845926" y="3119062"/>
            <a:ext cx="3200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>
                <a:solidFill>
                  <a:srgbClr val="FF0000"/>
                </a:solidFill>
              </a:rPr>
              <a:t>X</a:t>
            </a:r>
          </a:p>
        </p:txBody>
      </p:sp>
      <p:sp>
        <p:nvSpPr>
          <p:cNvPr id="43" name="ZoneTexte 42">
            <a:extLst>
              <a:ext uri="{FF2B5EF4-FFF2-40B4-BE49-F238E27FC236}">
                <a16:creationId xmlns:a16="http://schemas.microsoft.com/office/drawing/2014/main" id="{8838DAAF-78E8-D507-ECA9-A62476C422DE}"/>
              </a:ext>
            </a:extLst>
          </p:cNvPr>
          <p:cNvSpPr txBox="1"/>
          <p:nvPr/>
        </p:nvSpPr>
        <p:spPr>
          <a:xfrm>
            <a:off x="4165966" y="2832575"/>
            <a:ext cx="3200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>
                <a:solidFill>
                  <a:srgbClr val="FF0000"/>
                </a:solidFill>
              </a:rPr>
              <a:t>X</a:t>
            </a:r>
          </a:p>
        </p:txBody>
      </p:sp>
      <p:sp>
        <p:nvSpPr>
          <p:cNvPr id="44" name="ZoneTexte 43">
            <a:extLst>
              <a:ext uri="{FF2B5EF4-FFF2-40B4-BE49-F238E27FC236}">
                <a16:creationId xmlns:a16="http://schemas.microsoft.com/office/drawing/2014/main" id="{397CA81B-1E1F-C944-2E2C-563BF73EB144}"/>
              </a:ext>
            </a:extLst>
          </p:cNvPr>
          <p:cNvSpPr txBox="1"/>
          <p:nvPr/>
        </p:nvSpPr>
        <p:spPr>
          <a:xfrm>
            <a:off x="4581679" y="2832575"/>
            <a:ext cx="3200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>
                <a:solidFill>
                  <a:srgbClr val="FF0000"/>
                </a:solidFill>
              </a:rPr>
              <a:t>X</a:t>
            </a:r>
          </a:p>
        </p:txBody>
      </p:sp>
      <p:sp>
        <p:nvSpPr>
          <p:cNvPr id="45" name="ZoneTexte 44">
            <a:extLst>
              <a:ext uri="{FF2B5EF4-FFF2-40B4-BE49-F238E27FC236}">
                <a16:creationId xmlns:a16="http://schemas.microsoft.com/office/drawing/2014/main" id="{BEB587DE-0745-C01F-2A4C-C250F3F64E8C}"/>
              </a:ext>
            </a:extLst>
          </p:cNvPr>
          <p:cNvSpPr txBox="1"/>
          <p:nvPr/>
        </p:nvSpPr>
        <p:spPr>
          <a:xfrm>
            <a:off x="5050972" y="2832575"/>
            <a:ext cx="3200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>
                <a:solidFill>
                  <a:srgbClr val="FF0000"/>
                </a:solidFill>
              </a:rPr>
              <a:t>X</a:t>
            </a:r>
          </a:p>
        </p:txBody>
      </p:sp>
      <p:sp>
        <p:nvSpPr>
          <p:cNvPr id="46" name="ZoneTexte 45">
            <a:extLst>
              <a:ext uri="{FF2B5EF4-FFF2-40B4-BE49-F238E27FC236}">
                <a16:creationId xmlns:a16="http://schemas.microsoft.com/office/drawing/2014/main" id="{93084528-5457-CCCB-2CD9-F1433BBFAAE5}"/>
              </a:ext>
            </a:extLst>
          </p:cNvPr>
          <p:cNvSpPr txBox="1"/>
          <p:nvPr/>
        </p:nvSpPr>
        <p:spPr>
          <a:xfrm>
            <a:off x="5478181" y="2832575"/>
            <a:ext cx="3200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>
                <a:solidFill>
                  <a:srgbClr val="FF0000"/>
                </a:solidFill>
              </a:rPr>
              <a:t>X</a:t>
            </a:r>
          </a:p>
        </p:txBody>
      </p:sp>
    </p:spTree>
    <p:extLst>
      <p:ext uri="{BB962C8B-B14F-4D97-AF65-F5344CB8AC3E}">
        <p14:creationId xmlns:p14="http://schemas.microsoft.com/office/powerpoint/2010/main" val="277322458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0560DA-27A1-5DFA-A00F-B9D764AE92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3" descr="Une image contenant texte, capture d’écran, diagramme, ligne&#10;&#10;Le contenu généré par l’IA peut être incorrect.">
            <a:extLst>
              <a:ext uri="{FF2B5EF4-FFF2-40B4-BE49-F238E27FC236}">
                <a16:creationId xmlns:a16="http://schemas.microsoft.com/office/drawing/2014/main" id="{07F2E818-E752-A26A-95AD-34D763CD5F7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95690" y="0"/>
            <a:ext cx="8400620" cy="6858000"/>
          </a:xfrm>
          <a:prstGeom prst="rect">
            <a:avLst/>
          </a:prstGeom>
        </p:spPr>
      </p:pic>
      <p:cxnSp>
        <p:nvCxnSpPr>
          <p:cNvPr id="5" name="Connecteur : en angle 4">
            <a:extLst>
              <a:ext uri="{FF2B5EF4-FFF2-40B4-BE49-F238E27FC236}">
                <a16:creationId xmlns:a16="http://schemas.microsoft.com/office/drawing/2014/main" id="{B1544A94-776E-26B2-EAFD-05694A60F93B}"/>
              </a:ext>
            </a:extLst>
          </p:cNvPr>
          <p:cNvCxnSpPr>
            <a:cxnSpLocks/>
          </p:cNvCxnSpPr>
          <p:nvPr/>
        </p:nvCxnSpPr>
        <p:spPr>
          <a:xfrm rot="16200000" flipH="1">
            <a:off x="5829904" y="3793066"/>
            <a:ext cx="2728690" cy="2090060"/>
          </a:xfrm>
          <a:prstGeom prst="bentConnector3">
            <a:avLst>
              <a:gd name="adj1" fmla="val 887"/>
            </a:avLst>
          </a:prstGeom>
          <a:ln>
            <a:solidFill>
              <a:srgbClr val="C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ZoneTexte 5">
            <a:extLst>
              <a:ext uri="{FF2B5EF4-FFF2-40B4-BE49-F238E27FC236}">
                <a16:creationId xmlns:a16="http://schemas.microsoft.com/office/drawing/2014/main" id="{99C534B2-2C35-F7F7-6FC4-8005DA13428E}"/>
              </a:ext>
            </a:extLst>
          </p:cNvPr>
          <p:cNvSpPr txBox="1"/>
          <p:nvPr/>
        </p:nvSpPr>
        <p:spPr>
          <a:xfrm>
            <a:off x="8307010" y="4302318"/>
            <a:ext cx="185299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b="1" dirty="0">
                <a:solidFill>
                  <a:srgbClr val="FF0000"/>
                </a:solidFill>
              </a:rPr>
              <a:t>/currentSimulationModel (</a:t>
            </a:r>
            <a:r>
              <a:rPr lang="fr-FR" sz="1000" i="1" dirty="0">
                <a:solidFill>
                  <a:srgbClr val="FF0000"/>
                </a:solidFill>
              </a:rPr>
              <a:t>FUTURE PROJECT)</a:t>
            </a:r>
            <a:endParaRPr lang="fr-FR" sz="1000" i="1" dirty="0"/>
          </a:p>
        </p:txBody>
      </p:sp>
      <p:cxnSp>
        <p:nvCxnSpPr>
          <p:cNvPr id="12" name="Connecteur : en angle 11">
            <a:extLst>
              <a:ext uri="{FF2B5EF4-FFF2-40B4-BE49-F238E27FC236}">
                <a16:creationId xmlns:a16="http://schemas.microsoft.com/office/drawing/2014/main" id="{91647522-DC25-2FB3-CC0E-3B23A65EA723}"/>
              </a:ext>
            </a:extLst>
          </p:cNvPr>
          <p:cNvCxnSpPr>
            <a:cxnSpLocks/>
          </p:cNvCxnSpPr>
          <p:nvPr/>
        </p:nvCxnSpPr>
        <p:spPr>
          <a:xfrm rot="5400000">
            <a:off x="3613699" y="4334577"/>
            <a:ext cx="2538662" cy="1032565"/>
          </a:xfrm>
          <a:prstGeom prst="bentConnector3">
            <a:avLst>
              <a:gd name="adj1" fmla="val 1022"/>
            </a:avLst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ZoneTexte 12">
            <a:extLst>
              <a:ext uri="{FF2B5EF4-FFF2-40B4-BE49-F238E27FC236}">
                <a16:creationId xmlns:a16="http://schemas.microsoft.com/office/drawing/2014/main" id="{2798FE6F-1CD8-2C46-B451-7B0BB8110269}"/>
              </a:ext>
            </a:extLst>
          </p:cNvPr>
          <p:cNvSpPr txBox="1"/>
          <p:nvPr/>
        </p:nvSpPr>
        <p:spPr>
          <a:xfrm>
            <a:off x="2711486" y="4185537"/>
            <a:ext cx="196284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b="1" dirty="0"/>
              <a:t>/currentSimulationModel </a:t>
            </a:r>
            <a:r>
              <a:rPr lang="fr-FR" sz="1000" i="1" dirty="0"/>
              <a:t>(CURRENT PROJECT)</a:t>
            </a:r>
          </a:p>
        </p:txBody>
      </p:sp>
      <p:sp>
        <p:nvSpPr>
          <p:cNvPr id="16" name="ZoneTexte 15">
            <a:extLst>
              <a:ext uri="{FF2B5EF4-FFF2-40B4-BE49-F238E27FC236}">
                <a16:creationId xmlns:a16="http://schemas.microsoft.com/office/drawing/2014/main" id="{847BE9A8-92D4-CF0A-5B61-5F718C6C43CF}"/>
              </a:ext>
            </a:extLst>
          </p:cNvPr>
          <p:cNvSpPr txBox="1"/>
          <p:nvPr/>
        </p:nvSpPr>
        <p:spPr>
          <a:xfrm>
            <a:off x="4184590" y="5459789"/>
            <a:ext cx="3200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>
                <a:solidFill>
                  <a:srgbClr val="FF0000"/>
                </a:solidFill>
              </a:rPr>
              <a:t>X</a:t>
            </a:r>
          </a:p>
        </p:txBody>
      </p:sp>
      <p:sp>
        <p:nvSpPr>
          <p:cNvPr id="17" name="ZoneTexte 16">
            <a:extLst>
              <a:ext uri="{FF2B5EF4-FFF2-40B4-BE49-F238E27FC236}">
                <a16:creationId xmlns:a16="http://schemas.microsoft.com/office/drawing/2014/main" id="{3988C2C3-C2D2-BDFF-7ABF-9341E7B7ED04}"/>
              </a:ext>
            </a:extLst>
          </p:cNvPr>
          <p:cNvSpPr txBox="1"/>
          <p:nvPr/>
        </p:nvSpPr>
        <p:spPr>
          <a:xfrm>
            <a:off x="4201888" y="5090457"/>
            <a:ext cx="3200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>
                <a:solidFill>
                  <a:srgbClr val="FF0000"/>
                </a:solidFill>
              </a:rPr>
              <a:t>X</a:t>
            </a:r>
          </a:p>
        </p:txBody>
      </p:sp>
      <p:sp>
        <p:nvSpPr>
          <p:cNvPr id="18" name="ZoneTexte 17">
            <a:extLst>
              <a:ext uri="{FF2B5EF4-FFF2-40B4-BE49-F238E27FC236}">
                <a16:creationId xmlns:a16="http://schemas.microsoft.com/office/drawing/2014/main" id="{67E3C6EF-0925-7FCE-B516-459761A5DA7A}"/>
              </a:ext>
            </a:extLst>
          </p:cNvPr>
          <p:cNvSpPr txBox="1"/>
          <p:nvPr/>
        </p:nvSpPr>
        <p:spPr>
          <a:xfrm>
            <a:off x="4219186" y="4717747"/>
            <a:ext cx="3200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>
                <a:solidFill>
                  <a:srgbClr val="FF0000"/>
                </a:solidFill>
              </a:rPr>
              <a:t>X</a:t>
            </a:r>
          </a:p>
        </p:txBody>
      </p:sp>
      <p:sp>
        <p:nvSpPr>
          <p:cNvPr id="19" name="ZoneTexte 18">
            <a:extLst>
              <a:ext uri="{FF2B5EF4-FFF2-40B4-BE49-F238E27FC236}">
                <a16:creationId xmlns:a16="http://schemas.microsoft.com/office/drawing/2014/main" id="{C3DEAC14-8B31-B69A-E1BC-70FD0EA785AF}"/>
              </a:ext>
            </a:extLst>
          </p:cNvPr>
          <p:cNvSpPr txBox="1"/>
          <p:nvPr/>
        </p:nvSpPr>
        <p:spPr>
          <a:xfrm>
            <a:off x="4219186" y="4362502"/>
            <a:ext cx="3200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>
                <a:solidFill>
                  <a:srgbClr val="FF0000"/>
                </a:solidFill>
              </a:rPr>
              <a:t>X</a:t>
            </a:r>
          </a:p>
        </p:txBody>
      </p:sp>
      <p:sp>
        <p:nvSpPr>
          <p:cNvPr id="20" name="ZoneTexte 19">
            <a:extLst>
              <a:ext uri="{FF2B5EF4-FFF2-40B4-BE49-F238E27FC236}">
                <a16:creationId xmlns:a16="http://schemas.microsoft.com/office/drawing/2014/main" id="{E5E72681-5724-6F7F-000C-42421647F7DA}"/>
              </a:ext>
            </a:extLst>
          </p:cNvPr>
          <p:cNvSpPr txBox="1"/>
          <p:nvPr/>
        </p:nvSpPr>
        <p:spPr>
          <a:xfrm>
            <a:off x="4200497" y="3886114"/>
            <a:ext cx="3200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>
                <a:solidFill>
                  <a:srgbClr val="FF0000"/>
                </a:solidFill>
              </a:rPr>
              <a:t>X</a:t>
            </a:r>
          </a:p>
        </p:txBody>
      </p:sp>
      <p:sp>
        <p:nvSpPr>
          <p:cNvPr id="21" name="ZoneTexte 20">
            <a:extLst>
              <a:ext uri="{FF2B5EF4-FFF2-40B4-BE49-F238E27FC236}">
                <a16:creationId xmlns:a16="http://schemas.microsoft.com/office/drawing/2014/main" id="{93F0ED03-D962-19D4-208D-9FDCDD49C86A}"/>
              </a:ext>
            </a:extLst>
          </p:cNvPr>
          <p:cNvSpPr txBox="1"/>
          <p:nvPr/>
        </p:nvSpPr>
        <p:spPr>
          <a:xfrm>
            <a:off x="4354286" y="3429000"/>
            <a:ext cx="3200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>
                <a:solidFill>
                  <a:srgbClr val="FF0000"/>
                </a:solidFill>
              </a:rPr>
              <a:t>X</a:t>
            </a:r>
          </a:p>
        </p:txBody>
      </p:sp>
      <p:sp>
        <p:nvSpPr>
          <p:cNvPr id="22" name="ZoneTexte 21">
            <a:extLst>
              <a:ext uri="{FF2B5EF4-FFF2-40B4-BE49-F238E27FC236}">
                <a16:creationId xmlns:a16="http://schemas.microsoft.com/office/drawing/2014/main" id="{BEE02127-6F52-2A89-A623-0DB018D67A0B}"/>
              </a:ext>
            </a:extLst>
          </p:cNvPr>
          <p:cNvSpPr txBox="1"/>
          <p:nvPr/>
        </p:nvSpPr>
        <p:spPr>
          <a:xfrm>
            <a:off x="4781495" y="3429000"/>
            <a:ext cx="3200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>
                <a:solidFill>
                  <a:srgbClr val="FF0000"/>
                </a:solidFill>
              </a:rPr>
              <a:t>X</a:t>
            </a:r>
          </a:p>
        </p:txBody>
      </p:sp>
      <p:pic>
        <p:nvPicPr>
          <p:cNvPr id="32" name="Image 31" descr="Une image contenant texte, capture d’écran, diagramme, horloge&#10;&#10;Le contenu généré par l’IA peut être incorrect.">
            <a:extLst>
              <a:ext uri="{FF2B5EF4-FFF2-40B4-BE49-F238E27FC236}">
                <a16:creationId xmlns:a16="http://schemas.microsoft.com/office/drawing/2014/main" id="{E09CFB7C-8C75-71B2-F78C-A4C09C80450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77238" y="0"/>
            <a:ext cx="803752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723450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55531B-7D07-72CB-E376-EE5404AF97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 descr="Une image contenant texte, capture d’écran, diagramme, horloge&#10;&#10;Le contenu généré par l’IA peut être incorrect.">
            <a:extLst>
              <a:ext uri="{FF2B5EF4-FFF2-40B4-BE49-F238E27FC236}">
                <a16:creationId xmlns:a16="http://schemas.microsoft.com/office/drawing/2014/main" id="{99F2476F-7D7D-F107-56EF-F6099FA87E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77238" y="0"/>
            <a:ext cx="803752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6836173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2837</TotalTime>
  <Words>61</Words>
  <Application>Microsoft Office PowerPoint</Application>
  <PresentationFormat>Grand écran</PresentationFormat>
  <Paragraphs>34</Paragraphs>
  <Slides>4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4</vt:i4>
      </vt:variant>
    </vt:vector>
  </HeadingPairs>
  <TitlesOfParts>
    <vt:vector size="8" baseType="lpstr">
      <vt:lpstr>Aptos</vt:lpstr>
      <vt:lpstr>Aptos Display</vt:lpstr>
      <vt:lpstr>Arial</vt:lpstr>
      <vt:lpstr>Thème Office</vt:lpstr>
      <vt:lpstr>Présentation PowerPoint</vt:lpstr>
      <vt:lpstr>Présentation PowerPoint</vt:lpstr>
      <vt:lpstr>Présentation PowerPoint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Rindra MBOLAMANANAMALALA</dc:creator>
  <cp:lastModifiedBy>Rindra MBOLAMANANAMALALA</cp:lastModifiedBy>
  <cp:revision>12</cp:revision>
  <dcterms:created xsi:type="dcterms:W3CDTF">2026-01-30T15:25:34Z</dcterms:created>
  <dcterms:modified xsi:type="dcterms:W3CDTF">2026-02-02T10:29:18Z</dcterms:modified>
</cp:coreProperties>
</file>